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986E43-6C4F-44B9-9665-F6BC0D303B71}" v="1" dt="2025-11-12T21:48:35.8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64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600" b="1" dirty="0">
                <a:solidFill>
                  <a:schemeClr val="bg2">
                    <a:lumMod val="25000"/>
                  </a:schemeClr>
                </a:solidFill>
              </a:rPr>
              <a:t>Whiteboard Session: System Walkthrough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400"/>
            </a:pPr>
            <a:r>
              <a:rPr dirty="0">
                <a:solidFill>
                  <a:schemeClr val="bg2">
                    <a:lumMod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1. Data Flow Overview:</a:t>
            </a:r>
            <a:br>
              <a:rPr dirty="0">
                <a:solidFill>
                  <a:schemeClr val="bg2">
                    <a:lumMod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dirty="0">
                <a:solidFill>
                  <a:schemeClr val="bg2">
                    <a:lumMod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- Raw data (raw_data.txt) → cleaned via Python in VS Code</a:t>
            </a:r>
            <a:br>
              <a:rPr dirty="0">
                <a:solidFill>
                  <a:schemeClr val="bg2">
                    <a:lumMod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dirty="0">
                <a:solidFill>
                  <a:schemeClr val="bg2">
                    <a:lumMod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- PII (names, card details) removed → saved as cleaned_data.csv</a:t>
            </a:r>
            <a:br>
              <a:rPr dirty="0">
                <a:solidFill>
                  <a:schemeClr val="bg2">
                    <a:lumMod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dirty="0">
                <a:solidFill>
                  <a:schemeClr val="bg2">
                    <a:lumMod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- Data loaded into Power BI for </a:t>
            </a:r>
            <a:r>
              <a:rPr dirty="0" err="1">
                <a:solidFill>
                  <a:schemeClr val="bg2">
                    <a:lumMod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visualisation</a:t>
            </a:r>
            <a:endParaRPr dirty="0">
              <a:solidFill>
                <a:schemeClr val="bg2">
                  <a:lumMod val="2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spcAft>
                <a:spcPts val="800"/>
              </a:spcAft>
              <a:defRPr sz="1400"/>
            </a:pPr>
            <a:r>
              <a:rPr dirty="0">
                <a:solidFill>
                  <a:schemeClr val="bg2">
                    <a:lumMod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2. Tools Used:</a:t>
            </a:r>
            <a:br>
              <a:rPr dirty="0">
                <a:solidFill>
                  <a:schemeClr val="bg2">
                    <a:lumMod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dirty="0">
                <a:solidFill>
                  <a:schemeClr val="bg2">
                    <a:lumMod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- Python – data cleaning &amp; </a:t>
            </a:r>
            <a:r>
              <a:rPr dirty="0" err="1">
                <a:solidFill>
                  <a:schemeClr val="bg2">
                    <a:lumMod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anonymisation</a:t>
            </a:r>
            <a:br>
              <a:rPr dirty="0">
                <a:solidFill>
                  <a:schemeClr val="bg2">
                    <a:lumMod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dirty="0">
                <a:solidFill>
                  <a:schemeClr val="bg2">
                    <a:lumMod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- VS Code – development environment</a:t>
            </a:r>
            <a:br>
              <a:rPr dirty="0">
                <a:solidFill>
                  <a:schemeClr val="bg2">
                    <a:lumMod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dirty="0">
                <a:solidFill>
                  <a:schemeClr val="bg2">
                    <a:lumMod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- GitHub – version control</a:t>
            </a:r>
            <a:br>
              <a:rPr dirty="0">
                <a:solidFill>
                  <a:schemeClr val="bg2">
                    <a:lumMod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dirty="0">
                <a:solidFill>
                  <a:schemeClr val="bg2">
                    <a:lumMod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- Power BI – analysis &amp; dashboard</a:t>
            </a:r>
          </a:p>
          <a:p>
            <a:pPr>
              <a:spcAft>
                <a:spcPts val="800"/>
              </a:spcAft>
              <a:defRPr sz="1400"/>
            </a:pPr>
            <a:r>
              <a:rPr dirty="0">
                <a:solidFill>
                  <a:schemeClr val="bg2">
                    <a:lumMod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3. Storage Choice:</a:t>
            </a:r>
            <a:br>
              <a:rPr dirty="0">
                <a:solidFill>
                  <a:schemeClr val="bg2">
                    <a:lumMod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dirty="0">
                <a:solidFill>
                  <a:schemeClr val="bg2">
                    <a:lumMod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- Local CSV storage for pilot phase</a:t>
            </a:r>
            <a:br>
              <a:rPr dirty="0">
                <a:solidFill>
                  <a:schemeClr val="bg2">
                    <a:lumMod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dirty="0">
                <a:solidFill>
                  <a:schemeClr val="bg2">
                    <a:lumMod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- Scalable to local database or cloud in future</a:t>
            </a:r>
          </a:p>
          <a:p>
            <a:pPr>
              <a:spcAft>
                <a:spcPts val="800"/>
              </a:spcAft>
              <a:defRPr sz="1400"/>
            </a:pPr>
            <a:r>
              <a:rPr dirty="0">
                <a:solidFill>
                  <a:schemeClr val="bg2">
                    <a:lumMod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4. </a:t>
            </a:r>
            <a:r>
              <a:rPr dirty="0" err="1">
                <a:solidFill>
                  <a:schemeClr val="bg2">
                    <a:lumMod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Anonymisation</a:t>
            </a:r>
            <a:r>
              <a:rPr dirty="0">
                <a:solidFill>
                  <a:schemeClr val="bg2">
                    <a:lumMod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&amp; Compliance:</a:t>
            </a:r>
            <a:br>
              <a:rPr dirty="0">
                <a:solidFill>
                  <a:schemeClr val="bg2">
                    <a:lumMod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dirty="0">
                <a:solidFill>
                  <a:schemeClr val="bg2">
                    <a:lumMod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- Removed PII at ingestion stage</a:t>
            </a:r>
            <a:br>
              <a:rPr dirty="0">
                <a:solidFill>
                  <a:schemeClr val="bg2">
                    <a:lumMod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dirty="0">
                <a:solidFill>
                  <a:schemeClr val="bg2">
                    <a:lumMod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- Stored only </a:t>
            </a:r>
            <a:r>
              <a:rPr dirty="0" err="1">
                <a:solidFill>
                  <a:schemeClr val="bg2">
                    <a:lumMod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anonymised</a:t>
            </a:r>
            <a:r>
              <a:rPr dirty="0">
                <a:solidFill>
                  <a:schemeClr val="bg2">
                    <a:lumMod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fields (Drink, Price, Branch, etc.)</a:t>
            </a:r>
          </a:p>
          <a:p>
            <a:pPr>
              <a:spcAft>
                <a:spcPts val="800"/>
              </a:spcAft>
              <a:defRPr sz="1400"/>
            </a:pPr>
            <a:r>
              <a:rPr dirty="0">
                <a:solidFill>
                  <a:schemeClr val="bg2">
                    <a:lumMod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5. Scalability &amp; Future Expansion:</a:t>
            </a:r>
            <a:br>
              <a:rPr dirty="0">
                <a:solidFill>
                  <a:schemeClr val="bg2">
                    <a:lumMod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dirty="0">
                <a:solidFill>
                  <a:schemeClr val="bg2">
                    <a:lumMod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- Can connect to cloud databases (e.g., Azure SQL)</a:t>
            </a:r>
            <a:br>
              <a:rPr dirty="0">
                <a:solidFill>
                  <a:schemeClr val="bg2">
                    <a:lumMod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dirty="0">
                <a:solidFill>
                  <a:schemeClr val="bg2">
                    <a:lumMod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- Supports additional branches and time periods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184</Words>
  <Application>Microsoft Office PowerPoint</Application>
  <PresentationFormat>On-screen Show (4:3)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Verdana</vt:lpstr>
      <vt:lpstr>Office Theme</vt:lpstr>
      <vt:lpstr>Whiteboard Session: System Walkthrough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Alexandra Sotelo</dc:creator>
  <cp:keywords/>
  <dc:description>generated using python-pptx</dc:description>
  <cp:lastModifiedBy>Alexandra Sotelo</cp:lastModifiedBy>
  <cp:revision>3</cp:revision>
  <dcterms:created xsi:type="dcterms:W3CDTF">2013-01-27T09:14:16Z</dcterms:created>
  <dcterms:modified xsi:type="dcterms:W3CDTF">2025-11-12T22:13:25Z</dcterms:modified>
  <cp:category/>
</cp:coreProperties>
</file>